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Side-Channel-Secure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ARM32 Instruction Scheduling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Bayesian inference, CSP, and Reinforcement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Tajani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— Artificial Intelligence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Libre de Bruxelles · 2025-2026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naïve scheduling leaks your secret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masking splits a secret: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⊕ B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in-order pipeline (Cortex-M3/M4), if instructions on share A and share B are issued within k cycles, the register file holds both intermediates simultaneously.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Hamming-distance leakage in the power trace. First-order resistance broken.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3291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(k = 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457200" cy="45720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1554480"/>
            <a:ext cx="457200" cy="457200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1554480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155448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leakage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(Δt ≥ 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3017520"/>
            <a:ext cx="3291840" cy="15544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108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Power-analysis attacks on naïvely-compiled masked AES recover full keys in minutes (Kocher 1999, and 25 years of follow-up).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as constrained optimisation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basic block I = {I₀, …, I_{n-1}}, assign a start cycle tᵢ to every instruction.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Read-After-Write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t_j ≥ tᵢ + ℓᵢ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 depends on i, j cannot start before i finishes (ℓ = latency).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63040"/>
            <a:ext cx="2743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distance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|tᵢ − t_j| ≥ 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shares (A vs B) must be separated by at least k cycles.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cycle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tᵢ ≠ t_j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In-order, single-issue pipeline: one instruction per cycle.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makespan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max(tᵢ + ℓᵢ)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equivalently, minimise the number of inserted NOPs.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AI techniques?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paradigms, one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NP-hard but its structure maps naturally to three different paradigms covered in INFO-H410: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87452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inference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1828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continuous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8745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/ CP-SAT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optimisation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3520440"/>
            <a:ext cx="18288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optimal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/ DQN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520440"/>
            <a:ext cx="1828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inference, learnt policy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Bayesian network inference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probabilistic risk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leakage is not binary — it decays continuously with Δt.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Table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pipeline capacitor discharge: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420624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 (cycles)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P(L =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9144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scheduling with risk threshold 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marginal expected leakage E[L] for every data-ready candidate.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candidate that minimises E[L].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even the best E[L] &gt; τ (e.g. 0.15), inject a NOP. Δt grows, risk decays under τ.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200" i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inference, no training.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Constraint Satisfaction (CP-SAT)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optimal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Integer variables </a:t>
            </a:r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tᵢ ∈ [0, T_max]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T_max from a greedy warm-start (tight upper bound).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 encoded as reified disjunction: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(t_A − t_B ≥ k) ∨ (t_B − t_A ≥ k)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Objective: minimise max(tᵢ + ℓᵢ).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0"/>
            <a:ext cx="73152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Google OR-Tools CP-SAT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SAT-based propagation + clause learning (CDCL).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parallel workers, free multi-core speed-up.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 optimal for n = 10 in tens of ms.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Best-effort under timeout (15 s) for n ≥ 30.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pPr indent="0" marL="0">
              <a:buNone/>
            </a:pPr>
            <a:r>
              <a:rPr lang="en-US" sz="1200" i="1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python-constraint backtracking when OR-Tools is missing (limited to n ≤ 15).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 — MDP / Deep Q-Network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scheduling policy via reward shaping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Decision Process formulation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 feature vector (block-size invariant): ratios of remaining work, distance to last A/B, ready-queue size, critical path.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ready instruction or insert NOP.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/ cycle, 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</a:t>
            </a:r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violation (rescaled), +50 on completion.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914400"/>
            <a:ext cx="7315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4173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MLP Q(s, a) on PyTorch (GPU when available).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 replay (10 000), target net every 200 steps.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ε-greedy: 1.0 → 0.05, decay 0.997.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Huber loss, gradient clipping.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Reward-shaping ablation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= 10): rescaling −10 → −100 restores 100 % valid schedules within 6 % of the CSP optimum.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blocks, fair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57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0574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∈ {10, 30, 50}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2057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188720"/>
            <a:ext cx="20574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distance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2057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20574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 / 44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188720"/>
            <a:ext cx="2057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188720"/>
            <a:ext cx="20574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toolchain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block per (n, seed)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Makespan (total cycles)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inserted NOPs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leakage E[L] = Σ P(L=1) over all share-AB pairs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Wall-clock solver time (training time reported separately for the MDP)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k =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3 seeds — MDP † default reward, MDP ★ tuned reward (−100)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29718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371600"/>
                <a:gridCol w="1371600"/>
                <a:gridCol w="1554480"/>
                <a:gridCol w="1920240"/>
              </a:tblGrid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E[L]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0164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 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 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16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 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404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84048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8587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— </a:t>
            </a:r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E[L] via τ; sub-ms inference; 5–10 % cycle overhead.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38404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3840480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38587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— </a:t>
            </a:r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 makespan, zero NOPs at n = 30/50; timeout (15 s) for large blocks.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84048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84048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38587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★ — </a:t>
            </a:r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rescaling penalty −10 → −100 restores 100 % valid at n = 10 (within 6 % of CSP).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CP-SAT timeout reached — solution feasible but optimality not proven.   † default reward (−10 / violation).   ★ tuned reward (−100 / violation).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prefer each approach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914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914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cycle distance k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encodes hard constraints natively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F0F4F9"/>
          </a:solidFill>
          <a:ln w="12700">
            <a:solidFill>
              <a:srgbClr val="F0F4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Code-density (minimum NOPs)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minimises makespan globally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compile-time budget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can hit timeout at n ≥ 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640080"/>
          </a:xfrm>
          <a:prstGeom prst="rect">
            <a:avLst/>
          </a:prstGeom>
          <a:solidFill>
            <a:srgbClr val="F0F4F9"/>
          </a:solidFill>
          <a:ln w="12700">
            <a:solidFill>
              <a:srgbClr val="F0F4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/ probabilistic threat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200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200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models continuous risk via 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business rules (e.g. resource)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840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CSP: one-line model change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approaches, three regimes: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inference for soft, probabilistic threat models with sub-millisecond inference; CSP / CP-SAT for strict guarantees and tight makespans; MDP/DQN as a learnable scheduler once the reward is correctly shaped.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Reward-shaping is the lesson.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penalty (−10 / violation) made it rational for the agent to ignore security at large n. Rescaling to −100 restores 100 % valid schedules at n = 10, within 6 % of the CSP optimum — a clean negative-then-positive ablation result.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tuned MDP rerun to n = 30 / 50; extract CPTs from real Cortex-M4 power traces; explore a hybrid CSP + RL architecture where CSP acts as a feasibility oracle for the agent.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Side-Channel-Secure ARM32 Scheduling · Mohamed Tajani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Side-Channel-Secure ARM32 Instruction Scheduling — INFO-H410 — Mohamed Tajani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&amp; data:  github.com/&lt;user&gt;/ARM32-Instruction-Scheduling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INFO-H410 · Université Libre de Bruxelles ·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Université Libre de Bruxelles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Side-Channel-Secure ARM32 Instruction Scheduling</dc:title>
  <dc:subject>PptxGenJS Presentation</dc:subject>
  <dc:creator>Mohamed Tajani</dc:creator>
  <cp:lastModifiedBy>Mohamed Tajani</cp:lastModifiedBy>
  <cp:revision>1</cp:revision>
  <dcterms:created xsi:type="dcterms:W3CDTF">2026-04-25T15:42:48Z</dcterms:created>
  <dcterms:modified xsi:type="dcterms:W3CDTF">2026-04-25T15:42:48Z</dcterms:modified>
</cp:coreProperties>
</file>